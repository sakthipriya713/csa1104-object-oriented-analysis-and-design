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243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14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26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590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964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581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025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972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608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38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225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9558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695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26566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456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295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545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FCCC44B-338D-4D53-B4BA-009CCBFE7C5A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0924F-C16A-418C-A402-3F0EEDB50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8967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0A2DA-79A3-318A-E0D8-4D827247EF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MODELING OBJECT RELATIONSHIPS IN A UNIVERSITY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02333-8A13-18F1-C78D-23E1B5ED0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79"/>
            <a:ext cx="9611368" cy="1525097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ANALYSIS AND DESIGN (OOAD)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SAKTHI PRIYA(192520041)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B.E BIOINFORMATICS</a:t>
            </a:r>
          </a:p>
        </p:txBody>
      </p:sp>
    </p:spTree>
    <p:extLst>
      <p:ext uri="{BB962C8B-B14F-4D97-AF65-F5344CB8AC3E}">
        <p14:creationId xmlns:p14="http://schemas.microsoft.com/office/powerpoint/2010/main" val="2785005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DBDB-1491-BC0F-FB93-FAFB42D37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AC243-346E-01C5-E91C-8A753CA89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513" y="1639963"/>
            <a:ext cx="6438030" cy="4195481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University Management System (UMS) is a software application that manages academic and administrative activities in a university.</a:t>
            </a:r>
          </a:p>
          <a:p>
            <a:pPr>
              <a:lnSpc>
                <a:spcPct val="16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information about students, faculty, departments, and courses. </a:t>
            </a:r>
          </a:p>
          <a:p>
            <a:pPr>
              <a:lnSpc>
                <a:spcPct val="16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Object-Oriented Analysis and Design (OOAD), these entities are represented as objects, and their interactions are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modeled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object relationships.</a:t>
            </a:r>
          </a:p>
          <a:p>
            <a:pPr>
              <a:lnSpc>
                <a:spcPct val="16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relationship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build efficient, scalable, and maintainable software systems.</a:t>
            </a:r>
          </a:p>
        </p:txBody>
      </p:sp>
    </p:spTree>
    <p:extLst>
      <p:ext uri="{BB962C8B-B14F-4D97-AF65-F5344CB8AC3E}">
        <p14:creationId xmlns:p14="http://schemas.microsoft.com/office/powerpoint/2010/main" val="235926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C07E2-9A9E-B3DB-E355-CDAE096C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UNIVERSITY MANAGEMENT SYSTEM OBJECTS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AB609-C74F-8F2A-5006-85301DC4F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Objects in the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objects involved in a University Management System are: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courses and maintains academic records.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Teaches courses and guides students.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faculty, students, and courses.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Contains subject information and learning materials.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objects interact with one another through different types of object relationships.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1626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6429-A9F5-92F0-46C7-49D2DDCB4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RELATIONSHIP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1F7D3-8BD8-C5FD-170D-BE3CB2F81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041" y="1331259"/>
            <a:ext cx="6400670" cy="419548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 is a relationship where two or more objects are connected but can exist independently of each other.</a:t>
            </a:r>
          </a:p>
          <a:p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</a:t>
            </a:r>
            <a:r>
              <a:rPr lang="en-IN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enrolls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or more courses.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faculty member teaches one or more courses.</a:t>
            </a:r>
          </a:p>
          <a:p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relationship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 exist independently </a:t>
            </a:r>
          </a:p>
          <a:p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one-to-one, one-to-many, and many-to-many relationships </a:t>
            </a: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01B978-C043-93AA-EB29-C2A239E764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421" y="1766336"/>
            <a:ext cx="3665538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078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333B-F0EE-33BB-7176-B21524AE2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AGGREGATION RELATIONSHIP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EA7E2-CD6B-8B16-9F56-E3B90B27C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015" y="1329814"/>
            <a:ext cx="7627733" cy="478585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Aggregation represents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"Has-A"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where the parent object contains child objects, but the child objects can exist independently.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department has many faculty members.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department has many students.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department is removed, faculty members and students still exist in the university.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ownership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objects have independent life cycles </a:t>
            </a:r>
          </a:p>
          <a:p>
            <a:pPr marL="0" indent="0"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80A1D2-1556-03F7-AB1D-B6A043756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1045" y="1866072"/>
            <a:ext cx="2782529" cy="354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11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4350-562C-D95F-8345-C2B125E1A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COMPOSITION RELATIONSHIP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B169C-4A73-DFD1-6008-5150AD6D1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94157"/>
            <a:ext cx="8822354" cy="52229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Composition is a strong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"Part-Of"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where the child object cannot exist without the parent object.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course contains course materials.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record contains academic history.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parent object is deleted, all its child objects are also deleted.</a:t>
            </a:r>
          </a:p>
          <a:p>
            <a:pPr marL="0" indent="0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ownership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life cycle for parent and child</a:t>
            </a:r>
          </a:p>
          <a:p>
            <a:endParaRPr lang="en-IN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050133-8787-DAE6-E0EE-CA959BB75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290" y="2546555"/>
            <a:ext cx="3532599" cy="329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315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E9A52-0530-7E4D-2DEC-7AF99A9FF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OF OBJECT RELATIONSHIPS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FF128D-2227-C891-7AB0-99337902C6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1056462"/>
              </p:ext>
            </p:extLst>
          </p:nvPr>
        </p:nvGraphicFramePr>
        <p:xfrm>
          <a:off x="769016" y="2318109"/>
          <a:ext cx="9515528" cy="387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8882">
                  <a:extLst>
                    <a:ext uri="{9D8B030D-6E8A-4147-A177-3AD203B41FA5}">
                      <a16:colId xmlns:a16="http://schemas.microsoft.com/office/drawing/2014/main" val="2170561762"/>
                    </a:ext>
                  </a:extLst>
                </a:gridCol>
                <a:gridCol w="2378882">
                  <a:extLst>
                    <a:ext uri="{9D8B030D-6E8A-4147-A177-3AD203B41FA5}">
                      <a16:colId xmlns:a16="http://schemas.microsoft.com/office/drawing/2014/main" val="3021113003"/>
                    </a:ext>
                  </a:extLst>
                </a:gridCol>
                <a:gridCol w="2378882">
                  <a:extLst>
                    <a:ext uri="{9D8B030D-6E8A-4147-A177-3AD203B41FA5}">
                      <a16:colId xmlns:a16="http://schemas.microsoft.com/office/drawing/2014/main" val="2745484975"/>
                    </a:ext>
                  </a:extLst>
                </a:gridCol>
                <a:gridCol w="2378882">
                  <a:extLst>
                    <a:ext uri="{9D8B030D-6E8A-4147-A177-3AD203B41FA5}">
                      <a16:colId xmlns:a16="http://schemas.microsoft.com/office/drawing/2014/main" val="3712050930"/>
                    </a:ext>
                  </a:extLst>
                </a:gridCol>
              </a:tblGrid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ASSOCIATION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COMPOSITION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335094"/>
                  </a:ext>
                </a:extLst>
              </a:tr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RELATIONSHIP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Has –A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Part-of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389941"/>
                  </a:ext>
                </a:extLst>
              </a:tr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OWNERSHIP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Weak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Strong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624131"/>
                  </a:ext>
                </a:extLst>
              </a:tr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DEPENDENCY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Independent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Partial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317210"/>
                  </a:ext>
                </a:extLst>
              </a:tr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LIFE CYCLE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Separate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Separate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105591"/>
                  </a:ext>
                </a:extLst>
              </a:tr>
              <a:tr h="646036">
                <a:tc>
                  <a:txBody>
                    <a:bodyPr/>
                    <a:lstStyle/>
                    <a:p>
                      <a:r>
                        <a:rPr lang="en-US" dirty="0"/>
                        <a:t>UML SYMBOL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Hollow diamond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Filled diamond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1446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327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A0BD7-10D5-DB8A-6986-DEA527085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UML CLASS DIAGRAM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961C9D-ED0C-DB36-5E0B-34AF8F5E2B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239" y="1425677"/>
            <a:ext cx="3923072" cy="482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4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29A7-B332-AF55-FF18-1CEE88C8A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RELATIONSHIP MODELING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9EF9C-79AB-F673-0420-E37CCADB0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object relationship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several advantages: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system flexibility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code reusability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system maintenance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redundancy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software scalable 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object interaction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865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C0DB-90AF-0EE1-F386-13A563CCD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638431" cy="1400530"/>
          </a:xfrm>
        </p:spPr>
        <p:txBody>
          <a:bodyPr/>
          <a:lstStyle/>
          <a:p>
            <a:r>
              <a:rPr lang="en-US" dirty="0"/>
              <a:t>FLEXIBILITY,REUSABILITY &amp; MAINTAINABILITY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F85F1-DBC7-0691-0EF9-F91096056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These Relationships Are Important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modules can be added easily.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classes require fewer modifications.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can be reused in multiple applications.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duplicate code.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 debugging and testing.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future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7356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AEBA5-4A10-FAF0-F0BA-0A119FC7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UNIVERSITY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1893D-4C40-E9F9-216F-4BF9B958A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183" y="1541640"/>
            <a:ext cx="10390598" cy="459368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University Management System uses object relationships to manage daily academic activities.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enroll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multiple courses.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members teach different courses.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 manage students and faculty.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 contain study materials and assessments.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records store academic performance.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relationships accurately represent real-world university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9229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59D8D-9D2D-6955-319E-E513EF99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67B9-3A0B-52E5-E616-F5060B7ED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681" y="1649795"/>
            <a:ext cx="8650288" cy="41954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Association, Aggregation, and Composition accurately model relationships between objects in a University Management System.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relationship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system flexibility, reusability, and maintainability, making the software easier to develop and update.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appropriate object relationships reduces complexity and creates a clear, organized system design.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relationship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in a scalable, reliable, and efficient University Management System.</a:t>
            </a:r>
          </a:p>
        </p:txBody>
      </p:sp>
    </p:spTree>
    <p:extLst>
      <p:ext uri="{BB962C8B-B14F-4D97-AF65-F5344CB8AC3E}">
        <p14:creationId xmlns:p14="http://schemas.microsoft.com/office/powerpoint/2010/main" val="1558525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8BDB37-7F3C-0A29-87A5-9252DF0B1E62}"/>
              </a:ext>
            </a:extLst>
          </p:cNvPr>
          <p:cNvSpPr txBox="1"/>
          <p:nvPr/>
        </p:nvSpPr>
        <p:spPr>
          <a:xfrm>
            <a:off x="2251587" y="2635045"/>
            <a:ext cx="768882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7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4457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51</TotalTime>
  <Words>597</Words>
  <Application>Microsoft Office PowerPoint</Application>
  <PresentationFormat>Widescreen</PresentationFormat>
  <Paragraphs>116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Century Gothic</vt:lpstr>
      <vt:lpstr>Times New Roman</vt:lpstr>
      <vt:lpstr>Wingdings</vt:lpstr>
      <vt:lpstr>Wingdings 3</vt:lpstr>
      <vt:lpstr>Ion</vt:lpstr>
      <vt:lpstr>MODELING OBJECT RELATIONSHIPS IN A UNIVERSITY MANAGEMENT SYSTEM</vt:lpstr>
      <vt:lpstr>INTRODUCTION</vt:lpstr>
      <vt:lpstr>UNIVERSITY MANAGEMENT SYSTEM OBJECTS</vt:lpstr>
      <vt:lpstr>ASSOCIATION RELATIONSHIP</vt:lpstr>
      <vt:lpstr>AGGREGATION RELATIONSHIP</vt:lpstr>
      <vt:lpstr>COMPOSITION RELATIONSHIP</vt:lpstr>
      <vt:lpstr>COMPARISON OF OBJECT RELATIONSHIPS</vt:lpstr>
      <vt:lpstr>UML CLASS DIAGRAM</vt:lpstr>
      <vt:lpstr>BENEFITS OF RELATIONSHIP MODELING</vt:lpstr>
      <vt:lpstr>FLEXIBILITY,REUSABILITY &amp; MAINTAINABILITY</vt:lpstr>
      <vt:lpstr>REAL WORLD UNIVERSITY EXAMPLE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Sakthi priya</dc:creator>
  <cp:lastModifiedBy>Sakthi priya</cp:lastModifiedBy>
  <cp:revision>1</cp:revision>
  <dcterms:created xsi:type="dcterms:W3CDTF">2026-07-27T14:44:06Z</dcterms:created>
  <dcterms:modified xsi:type="dcterms:W3CDTF">2026-07-27T15:35:16Z</dcterms:modified>
</cp:coreProperties>
</file>